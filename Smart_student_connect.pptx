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76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5943600" cy="5052060"/>
          </a:xfrm>
          <a:prstGeom prst="rect">
            <a:avLst/>
          </a:prstGeom>
          <a:solidFill>
            <a:srgbClr val="FAF4DF"/>
          </a:solidFill>
          <a:ln w="12700">
            <a:solidFill>
              <a:srgbClr val="FAF4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·  SERVICENOW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Student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280160" cy="6400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34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Opportunity.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 </a:t>
            </a:r>
            <a:r>
              <a:rPr lang="en-US" sz="13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PS-005  ·  </a:t>
            </a: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r>
              <a:rPr lang="en-US" sz="13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57200"/>
            <a:ext cx="2743200" cy="2743200"/>
          </a:xfrm>
          <a:prstGeom prst="ellipse">
            <a:avLst/>
          </a:prstGeom>
          <a:solidFill>
            <a:srgbClr val="22403F"/>
          </a:solidFill>
          <a:ln w="25400">
            <a:solidFill>
              <a:srgbClr val="E35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005840"/>
            <a:ext cx="1645920" cy="164592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FAF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05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6035040" y="3474720"/>
            <a:ext cx="1508760" cy="38404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26680" y="3474720"/>
            <a:ext cx="1508760" cy="384048"/>
          </a:xfrm>
          <a:prstGeom prst="rect">
            <a:avLst/>
          </a:prstGeom>
          <a:solidFill>
            <a:srgbClr val="22403F"/>
          </a:solidFill>
          <a:ln w="12700">
            <a:solidFill>
              <a:srgbClr val="2240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3474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069080"/>
            <a:ext cx="1508760" cy="38404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26680" y="4069080"/>
            <a:ext cx="1508760" cy="384048"/>
          </a:xfrm>
          <a:prstGeom prst="rect">
            <a:avLst/>
          </a:prstGeom>
          <a:solidFill>
            <a:srgbClr val="22403F"/>
          </a:solidFill>
          <a:ln w="12700">
            <a:solidFill>
              <a:srgbClr val="224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ServiceNow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today face a major challenge — finding the right opportunities at the right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002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hub to discover coding &amp; innovation challenges suited to students.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508760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508760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6002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50408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82896" y="224028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 deadlines due to poor visibility and scattered listings.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36392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36392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278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34440" y="32644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Clubs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3867912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tryouts, tournaments &amp; extracurriculars go unnoticed without a unified feed.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3136392"/>
            <a:ext cx="40416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136392"/>
            <a:ext cx="109728" cy="14447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278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50408" y="32644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82896" y="3867912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 &amp; social impact opportunities are hard to find and apply for.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370332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Smart Student Connect?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ServiceNow-powered platform that acts as a single window for students to discover, apply, and track opportunities across hackathons, internships, sports, and community service.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Capabilities Used: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46304" cy="14630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364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 — Student-facing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146304" cy="14630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703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Designer — Applications &amp; approvals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46304" cy="14630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041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Alerts &amp; reminders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146304" cy="14630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79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Tables — Opportunities &amp; profiles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078992"/>
            <a:ext cx="3977640" cy="6583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1247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Logs 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426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ServiceNow Service Portal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93408" y="1737360"/>
            <a:ext cx="73152" cy="2560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1975104"/>
            <a:ext cx="329184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011680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0574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Opportunities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23591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· Internships · Sports · Community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2670048"/>
            <a:ext cx="73152" cy="2560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2907792"/>
            <a:ext cx="329184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944368"/>
            <a:ext cx="3977640" cy="6583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9900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&amp; Tracks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&amp; real-time 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93408" y="3602736"/>
            <a:ext cx="73152" cy="25603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5392" y="3840480"/>
            <a:ext cx="329184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877056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9227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Connected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4224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onboarded &amp; notified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269748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Hub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register for hackathons. Smart team match suggestions.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78992"/>
            <a:ext cx="269748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0848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listings by domain, location &amp; stipend range.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78992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78992"/>
            <a:ext cx="269748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Connect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848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Tryouts, tournaments &amp; sports clubs — all in one feed.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89504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89504"/>
            <a:ext cx="269748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3547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953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sign up for volunteering drives &amp; NGO programs.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889504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889504"/>
            <a:ext cx="269748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37560" y="3547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8953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notifications for deadlines &amp; approvals.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2889504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2889504"/>
            <a:ext cx="2697480" cy="914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17920" y="3547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Dashboard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8953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applications, statuses &amp; achievements in one view.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7007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Now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96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176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Service Portal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151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Flow Designer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90672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906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Custom Tables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661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6027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Events &amp; Notifications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41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40782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SSO / User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4069080" cy="370332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1704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Vision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7760" y="1801368"/>
            <a:ext cx="201168" cy="2011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171907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window for ALL student opportunities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276856"/>
            <a:ext cx="201168" cy="2011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2194560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missed deadlines significantly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2752344"/>
            <a:ext cx="201168" cy="2011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2670048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applications via ServiceNow workflows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227832"/>
            <a:ext cx="201168" cy="2011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314553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&amp; status tracking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37760" y="3703320"/>
            <a:ext cx="201168" cy="20116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48656" y="362102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college or university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4160520"/>
            <a:ext cx="4069080" cy="59436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87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 to Their Future — with ServiceNow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365</Words>
  <Application>Microsoft Office PowerPoint</Application>
  <PresentationFormat>On-screen Show (16:9)</PresentationFormat>
  <Paragraphs>87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Student Connect</dc:title>
  <dc:subject>PptxGenJS Presentation</dc:subject>
  <dc:creator>PptxGenJS</dc:creator>
  <cp:lastModifiedBy>marisetti bhagya</cp:lastModifiedBy>
  <cp:revision>2</cp:revision>
  <dcterms:created xsi:type="dcterms:W3CDTF">2026-05-07T05:24:16Z</dcterms:created>
  <dcterms:modified xsi:type="dcterms:W3CDTF">2026-05-07T05:30:34Z</dcterms:modified>
</cp:coreProperties>
</file>