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64" r:id="rId5"/>
    <p:sldId id="263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76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5943600" cy="5052060"/>
          </a:xfrm>
          <a:prstGeom prst="rect">
            <a:avLst/>
          </a:prstGeom>
          <a:solidFill>
            <a:srgbClr val="FAF4DF"/>
          </a:solidFill>
          <a:ln w="12700">
            <a:solidFill>
              <a:srgbClr val="FAF4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 ·  SERVICENOW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Student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1280160" cy="6400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34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Opportunity.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 </a:t>
            </a:r>
            <a:r>
              <a:rPr lang="en-US" sz="13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PS-005  ·  </a:t>
            </a: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r>
              <a:rPr lang="en-US" sz="1300" b="1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457200"/>
            <a:ext cx="2743200" cy="2743200"/>
          </a:xfrm>
          <a:prstGeom prst="ellipse">
            <a:avLst/>
          </a:prstGeom>
          <a:solidFill>
            <a:srgbClr val="22403F"/>
          </a:solidFill>
          <a:ln w="25400">
            <a:solidFill>
              <a:srgbClr val="E35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005840"/>
            <a:ext cx="1645920" cy="164592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FAF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058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6035040" y="3474720"/>
            <a:ext cx="1508760" cy="38404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474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26680" y="3474720"/>
            <a:ext cx="1508760" cy="384048"/>
          </a:xfrm>
          <a:prstGeom prst="rect">
            <a:avLst/>
          </a:prstGeom>
          <a:solidFill>
            <a:srgbClr val="22403F"/>
          </a:solidFill>
          <a:ln w="12700">
            <a:solidFill>
              <a:srgbClr val="2240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3474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4069080"/>
            <a:ext cx="1508760" cy="38404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26680" y="4069080"/>
            <a:ext cx="1508760" cy="384048"/>
          </a:xfrm>
          <a:prstGeom prst="rect">
            <a:avLst/>
          </a:prstGeom>
          <a:solidFill>
            <a:srgbClr val="22403F"/>
          </a:solidFill>
          <a:ln w="12700">
            <a:solidFill>
              <a:srgbClr val="2240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ServiceNow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972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today face a major challenge — finding the right opportunities at the right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0416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109728" cy="14447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002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hub to discover coding &amp; innovation challenges suited to students.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1508760"/>
            <a:ext cx="40416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508760"/>
            <a:ext cx="109728" cy="14447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6002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50408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82896" y="224028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miss deadlines due to poor visibility and scattered listings.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36392"/>
            <a:ext cx="40416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36392"/>
            <a:ext cx="109728" cy="14447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278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34440" y="32644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Clubs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3867912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tryouts, tournaments &amp; extracurriculars go unnoticed without a unified feed.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3136392"/>
            <a:ext cx="40416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136392"/>
            <a:ext cx="109728" cy="14447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2278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50408" y="32644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Service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82896" y="3867912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Volunteering &amp; social impact opportunities are hard to find and apply for.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"/>
            <a:ext cx="9144000" cy="515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1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488" y="0"/>
            <a:ext cx="92424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6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05" y="578249"/>
            <a:ext cx="4659106" cy="20430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4" y="2621280"/>
            <a:ext cx="4678927" cy="20725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8048" y="841248"/>
            <a:ext cx="3377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solidFill>
                  <a:schemeClr val="accent2"/>
                </a:solidFill>
              </a:rPr>
              <a:t>Thank You</a:t>
            </a:r>
            <a:endParaRPr lang="en-IN" sz="4400" b="1" dirty="0">
              <a:solidFill>
                <a:schemeClr val="accent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1514034"/>
            <a:ext cx="2865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2">
                    <a:lumMod val="75000"/>
                  </a:schemeClr>
                </a:solidFill>
                <a:latin typeface="+mj-lt"/>
              </a:rPr>
              <a:t>Smart Student Connect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0" y="2206752"/>
            <a:ext cx="3236976" cy="17678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903976" y="2706624"/>
            <a:ext cx="2401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chemeClr val="tx2">
                    <a:lumMod val="75000"/>
                  </a:schemeClr>
                </a:solidFill>
              </a:rPr>
              <a:t>Any Queries??</a:t>
            </a:r>
            <a:endParaRPr lang="en-IN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54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121</Words>
  <Application>Microsoft Office PowerPoint</Application>
  <PresentationFormat>On-screen Show (16:9)</PresentationFormat>
  <Paragraphs>30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Student Connect</dc:title>
  <dc:subject>PptxGenJS Presentation</dc:subject>
  <dc:creator>PptxGenJS</dc:creator>
  <cp:lastModifiedBy>marisetti bhagya</cp:lastModifiedBy>
  <cp:revision>4</cp:revision>
  <dcterms:created xsi:type="dcterms:W3CDTF">2026-05-07T05:24:16Z</dcterms:created>
  <dcterms:modified xsi:type="dcterms:W3CDTF">2026-05-12T05:19:15Z</dcterms:modified>
</cp:coreProperties>
</file>